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AD2BF-D957-4A5E-9BED-CF258EC5C2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51E6E3-F8D2-4110-BDF2-00E0F0D5D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714FD4-D54D-447B-BBD7-9FCE66BA2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D63537-F64A-4C07-BFD4-9EB8AE3E4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0DCEAC-87A0-41AC-BB66-77B80034D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46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0F7509-A859-4932-8641-7FB594828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E4BE53-1502-4015-8228-42065CF01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D35174-A355-4DBA-9A95-7868B0C5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EAB14F-7907-488F-ABD3-109E03FD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C1CCDA-711A-4251-9FDC-3307A73C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55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B37DB-477D-4744-B5B2-BC2900F0A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0704BA-5506-4280-B9F7-4ABF8C5BA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1B97B8-3EE3-4D85-B49C-C60A0C3B2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559D7A-5096-48DB-8F05-143F08C0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F0BC91-6894-4AA4-B5E3-A4CD00A1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637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F610BB-E50F-4698-8F9F-C8B7DA2C2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36E896-BAE5-4864-AC54-6F4CE70CCA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96BC14-596E-43C2-A4F1-8BDBFF6CF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177547-903B-4ACC-934E-FFB2C9709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906576-63AC-4A00-B843-FD6BC0306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F5CCFC-55A7-48D2-B359-45B07C1D3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71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C0846-4397-4996-BD79-9B6E5DB9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E34BAF-C8B9-478C-8837-FF6EF3C5F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A05449-50F5-44E5-8FB3-DA7549DBB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F0E012-7144-4E45-B56A-22AAD7E07E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3085CA-5386-48A5-9BEE-5DD832A210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707B3BF-2F78-42F5-AA89-1C410FD80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9CFE704-DED4-4648-93B0-3FC31B362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179CE15-6E32-4A3B-9DDB-67DB0EFE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432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EBEB7E-942E-4631-B59D-D9A8D2E9F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4F889A-1FDC-41D9-8EEE-D3C29167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BB21D96-F6AA-4807-99A2-2D371C387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2085EC-39D6-4C85-9425-84BB7D178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295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7BAB35-02F6-4812-8649-96D7620E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925C72-A4E2-480E-9513-87D0030B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875840-F76E-4DAF-BB99-BA6CF4648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512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833D60-E81F-4678-9443-C95C3BC74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CAF81F-DA5C-4281-B3EB-3330924A6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B95EE1-F88F-47CC-8BE2-0AAD14E06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2E38B9-5EE2-4067-A459-6B1BD5FE4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40060E-0176-44EF-8A4F-FD0C12F41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399B33-2380-45FD-860E-1131C1A9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83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D34500-C14C-48E5-B4C2-523C8FC6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85B940-E4A2-48EE-AB57-DD2E292BD5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894CBA1-166C-4A55-8BAA-9A2FA10EC1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5E8E14-7CDC-4961-98EE-782E0798B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677A6CE-F981-49F7-9216-F09EE724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5210C2F-A91F-41B4-810D-28DE90AA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32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D5A56F-F431-4493-9CC9-C2EB18BB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AD6FCE-DB18-4C1B-8E95-79053451C8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023549-6690-43EC-A017-FEDAFC711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A1070C-D1B0-4655-B611-5AEC17876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8D50D8-6469-4C47-9C74-BAB726CA6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0299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3B6F95-9586-49F9-9135-076F6BA953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1F2DB9-2204-4C78-8931-6E051FB1F2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0DBCF3-2EFD-432A-9E54-D2BE0CD27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7A5C72-216F-47A3-AF9B-E84DEDEC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76BF8-D91A-40B0-8AD0-100FFFC8F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102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73C0E10-8D6A-4957-8A64-C2824C6C0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84274E-96B6-47B0-9A0E-A89D26C14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9E64F1-8A93-482D-B6FC-8DC79BD1FC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F8233-8D73-4EB7-BD27-B44F7DC549DF}" type="datetimeFigureOut">
              <a:rPr lang="zh-CN" altLang="en-US" smtClean="0"/>
              <a:t>2019/9/28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E06877-7D8E-4A7D-A870-32185CF5B2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9C6E10-F8D8-4A85-ABDE-FBB14D8D1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D3CB3-DE01-44F0-A470-5E6575AD41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1508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E9FE10C-61D1-4D46-93FF-D0E8D103CA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522146"/>
              </p:ext>
            </p:extLst>
          </p:nvPr>
        </p:nvGraphicFramePr>
        <p:xfrm>
          <a:off x="914859" y="2270914"/>
          <a:ext cx="838851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558894635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97908721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0030847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75229403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63560218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61481831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6806435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12122454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8597145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38267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3330179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5778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7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9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6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c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B6DE39E-5E6D-4037-8A6E-2A6A6C653F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717630"/>
              </p:ext>
            </p:extLst>
          </p:nvPr>
        </p:nvGraphicFramePr>
        <p:xfrm>
          <a:off x="3135348" y="1417474"/>
          <a:ext cx="39475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558894635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0030847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63560218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6806435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8597145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3330179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c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1F4B7C9-8B32-42D2-B5EC-874E81479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06949"/>
              </p:ext>
            </p:extLst>
          </p:nvPr>
        </p:nvGraphicFramePr>
        <p:xfrm>
          <a:off x="914859" y="4202238"/>
          <a:ext cx="838851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558894635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97908721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0030847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75229403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63560218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61481831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6806435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12122454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8597145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38267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3330179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5778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7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9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6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c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13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8572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4E3A1D5-DEE8-412E-9852-29964A89D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253974"/>
              </p:ext>
            </p:extLst>
          </p:nvPr>
        </p:nvGraphicFramePr>
        <p:xfrm>
          <a:off x="2735346" y="1143154"/>
          <a:ext cx="838851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558894635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97908721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0030847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75229403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63560218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61481831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6806435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12122454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8597145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38267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3330179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5778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7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9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6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c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?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13800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BDCA19FE-4E83-491D-92FE-292EA1644F75}"/>
              </a:ext>
            </a:extLst>
          </p:cNvPr>
          <p:cNvSpPr txBox="1"/>
          <p:nvPr/>
        </p:nvSpPr>
        <p:spPr>
          <a:xfrm>
            <a:off x="6746221" y="413710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075843-F124-41A6-B0BD-B95A4C73F95C}"/>
              </a:ext>
            </a:extLst>
          </p:cNvPr>
          <p:cNvSpPr txBox="1"/>
          <p:nvPr/>
        </p:nvSpPr>
        <p:spPr>
          <a:xfrm>
            <a:off x="5757006" y="413710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CF1C85B-58A0-4E20-BF08-3606DBB5CF9F}"/>
              </a:ext>
            </a:extLst>
          </p:cNvPr>
          <p:cNvSpPr txBox="1"/>
          <p:nvPr/>
        </p:nvSpPr>
        <p:spPr>
          <a:xfrm>
            <a:off x="5262399" y="413710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3C4426E-6C8B-4BFD-BE1B-504B0CBBD6A1}"/>
              </a:ext>
            </a:extLst>
          </p:cNvPr>
          <p:cNvCxnSpPr>
            <a:cxnSpLocks/>
          </p:cNvCxnSpPr>
          <p:nvPr/>
        </p:nvCxnSpPr>
        <p:spPr>
          <a:xfrm>
            <a:off x="3967944" y="768927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A86B462-C00D-468F-96AC-6979A44FD74A}"/>
              </a:ext>
            </a:extLst>
          </p:cNvPr>
          <p:cNvSpPr txBox="1"/>
          <p:nvPr/>
        </p:nvSpPr>
        <p:spPr>
          <a:xfrm>
            <a:off x="3781349" y="413710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</a:t>
            </a:r>
            <a:r>
              <a:rPr lang="zh-CN" altLang="en-US" dirty="0"/>
              <a:t>‘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9E60F96-375F-40A3-8D24-F39A11227DD4}"/>
              </a:ext>
            </a:extLst>
          </p:cNvPr>
          <p:cNvSpPr txBox="1"/>
          <p:nvPr/>
        </p:nvSpPr>
        <p:spPr>
          <a:xfrm>
            <a:off x="4741027" y="413710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k</a:t>
            </a:r>
            <a:r>
              <a:rPr lang="zh-CN" altLang="en-US" dirty="0"/>
              <a:t>‘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223ACF4-4260-460C-BEC6-F1F169C1C9A1}"/>
              </a:ext>
            </a:extLst>
          </p:cNvPr>
          <p:cNvSpPr txBox="1"/>
          <p:nvPr/>
        </p:nvSpPr>
        <p:spPr>
          <a:xfrm>
            <a:off x="918116" y="1514748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Case 1</a:t>
            </a:r>
            <a:r>
              <a:rPr lang="zh-CN" altLang="en-US" dirty="0"/>
              <a:t>：</a:t>
            </a: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5E4EE972-6644-457F-9154-A2F8A7A7748A}"/>
              </a:ext>
            </a:extLst>
          </p:cNvPr>
          <p:cNvCxnSpPr>
            <a:cxnSpLocks/>
          </p:cNvCxnSpPr>
          <p:nvPr/>
        </p:nvCxnSpPr>
        <p:spPr>
          <a:xfrm>
            <a:off x="4924408" y="768927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EB9DE07-43DF-4A99-97E9-A4AF28C433C0}"/>
              </a:ext>
            </a:extLst>
          </p:cNvPr>
          <p:cNvCxnSpPr>
            <a:cxnSpLocks/>
          </p:cNvCxnSpPr>
          <p:nvPr/>
        </p:nvCxnSpPr>
        <p:spPr>
          <a:xfrm>
            <a:off x="5445780" y="768927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41104E5A-695E-4FBB-870B-7C701DAAE906}"/>
              </a:ext>
            </a:extLst>
          </p:cNvPr>
          <p:cNvCxnSpPr>
            <a:cxnSpLocks/>
          </p:cNvCxnSpPr>
          <p:nvPr/>
        </p:nvCxnSpPr>
        <p:spPr>
          <a:xfrm>
            <a:off x="5940387" y="768927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D2CF7955-47B7-436D-B07C-229A1070A18A}"/>
              </a:ext>
            </a:extLst>
          </p:cNvPr>
          <p:cNvCxnSpPr>
            <a:cxnSpLocks/>
          </p:cNvCxnSpPr>
          <p:nvPr/>
        </p:nvCxnSpPr>
        <p:spPr>
          <a:xfrm>
            <a:off x="6929602" y="768927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" name="表格 46">
            <a:extLst>
              <a:ext uri="{FF2B5EF4-FFF2-40B4-BE49-F238E27FC236}">
                <a16:creationId xmlns:a16="http://schemas.microsoft.com/office/drawing/2014/main" id="{7A439C3E-5632-41E9-8A98-7C8859CF8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667078"/>
              </p:ext>
            </p:extLst>
          </p:nvPr>
        </p:nvGraphicFramePr>
        <p:xfrm>
          <a:off x="2735345" y="3101651"/>
          <a:ext cx="838851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558894635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97908721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0030847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75229403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63560218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61481831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6806435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12122454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8597145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38267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3330179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5778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7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9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6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c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?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13800"/>
                  </a:ext>
                </a:extLst>
              </a:tr>
            </a:tbl>
          </a:graphicData>
        </a:graphic>
      </p:graphicFrame>
      <p:sp>
        <p:nvSpPr>
          <p:cNvPr id="48" name="文本框 47">
            <a:extLst>
              <a:ext uri="{FF2B5EF4-FFF2-40B4-BE49-F238E27FC236}">
                <a16:creationId xmlns:a16="http://schemas.microsoft.com/office/drawing/2014/main" id="{7091E1F2-8D94-46EC-B0A5-0C279D6419C3}"/>
              </a:ext>
            </a:extLst>
          </p:cNvPr>
          <p:cNvSpPr txBox="1"/>
          <p:nvPr/>
        </p:nvSpPr>
        <p:spPr>
          <a:xfrm>
            <a:off x="6746220" y="2372207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0C459920-4264-4EA1-938E-1096FC942847}"/>
              </a:ext>
            </a:extLst>
          </p:cNvPr>
          <p:cNvSpPr txBox="1"/>
          <p:nvPr/>
        </p:nvSpPr>
        <p:spPr>
          <a:xfrm>
            <a:off x="6248650" y="2372207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E1D067D-3BB1-412E-AF39-6E796CB55CA1}"/>
              </a:ext>
            </a:extLst>
          </p:cNvPr>
          <p:cNvSpPr txBox="1"/>
          <p:nvPr/>
        </p:nvSpPr>
        <p:spPr>
          <a:xfrm>
            <a:off x="5262398" y="2372207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984B6BCB-A4CB-4B8A-9938-87BD1A8BF342}"/>
              </a:ext>
            </a:extLst>
          </p:cNvPr>
          <p:cNvCxnSpPr>
            <a:cxnSpLocks/>
          </p:cNvCxnSpPr>
          <p:nvPr/>
        </p:nvCxnSpPr>
        <p:spPr>
          <a:xfrm>
            <a:off x="3967943" y="2727424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文本框 51">
            <a:extLst>
              <a:ext uri="{FF2B5EF4-FFF2-40B4-BE49-F238E27FC236}">
                <a16:creationId xmlns:a16="http://schemas.microsoft.com/office/drawing/2014/main" id="{438EF720-00C6-48D9-96A6-9BE59489A29A}"/>
              </a:ext>
            </a:extLst>
          </p:cNvPr>
          <p:cNvSpPr txBox="1"/>
          <p:nvPr/>
        </p:nvSpPr>
        <p:spPr>
          <a:xfrm>
            <a:off x="3781348" y="2372207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</a:t>
            </a:r>
            <a:r>
              <a:rPr lang="zh-CN" altLang="en-US" dirty="0"/>
              <a:t>‘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4CB1586-B56B-447B-9D41-D53CD9585747}"/>
              </a:ext>
            </a:extLst>
          </p:cNvPr>
          <p:cNvSpPr txBox="1"/>
          <p:nvPr/>
        </p:nvSpPr>
        <p:spPr>
          <a:xfrm>
            <a:off x="4272526" y="2372207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k</a:t>
            </a:r>
            <a:r>
              <a:rPr lang="zh-CN" altLang="en-US" dirty="0"/>
              <a:t>‘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AD8428CD-E6C9-4BCD-842D-0DF8D3E6FD0C}"/>
              </a:ext>
            </a:extLst>
          </p:cNvPr>
          <p:cNvSpPr txBox="1"/>
          <p:nvPr/>
        </p:nvSpPr>
        <p:spPr>
          <a:xfrm>
            <a:off x="918115" y="3473245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Case 2</a:t>
            </a:r>
            <a:r>
              <a:rPr lang="zh-CN" altLang="en-US" dirty="0"/>
              <a:t>：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A5A7BFC9-36CB-4169-994A-B0AD53419F11}"/>
              </a:ext>
            </a:extLst>
          </p:cNvPr>
          <p:cNvCxnSpPr>
            <a:cxnSpLocks/>
          </p:cNvCxnSpPr>
          <p:nvPr/>
        </p:nvCxnSpPr>
        <p:spPr>
          <a:xfrm>
            <a:off x="4455907" y="2727424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DACD9C09-1140-4A0F-8D8A-65015957E1DA}"/>
              </a:ext>
            </a:extLst>
          </p:cNvPr>
          <p:cNvCxnSpPr>
            <a:cxnSpLocks/>
          </p:cNvCxnSpPr>
          <p:nvPr/>
        </p:nvCxnSpPr>
        <p:spPr>
          <a:xfrm>
            <a:off x="5445779" y="2727424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A9BDD64C-9F16-4DF4-B935-B1DECCFD599D}"/>
              </a:ext>
            </a:extLst>
          </p:cNvPr>
          <p:cNvCxnSpPr>
            <a:cxnSpLocks/>
          </p:cNvCxnSpPr>
          <p:nvPr/>
        </p:nvCxnSpPr>
        <p:spPr>
          <a:xfrm>
            <a:off x="6432031" y="2727424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F66A4EEE-6A98-4219-B537-4459D08451FE}"/>
              </a:ext>
            </a:extLst>
          </p:cNvPr>
          <p:cNvCxnSpPr>
            <a:cxnSpLocks/>
          </p:cNvCxnSpPr>
          <p:nvPr/>
        </p:nvCxnSpPr>
        <p:spPr>
          <a:xfrm>
            <a:off x="6929601" y="2727424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9" name="表格 58">
            <a:extLst>
              <a:ext uri="{FF2B5EF4-FFF2-40B4-BE49-F238E27FC236}">
                <a16:creationId xmlns:a16="http://schemas.microsoft.com/office/drawing/2014/main" id="{1648B81D-EDB2-4A3C-AA1E-BD8A5FF3F9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338754"/>
              </p:ext>
            </p:extLst>
          </p:nvPr>
        </p:nvGraphicFramePr>
        <p:xfrm>
          <a:off x="2735344" y="5060148"/>
          <a:ext cx="8388514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558894635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97908721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0030847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75229403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63560218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61481831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6806435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121224546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8597145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33826709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3330179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5778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7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8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9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Thin" panose="020B0200000000000000" pitchFamily="34" charset="-122"/>
                          <a:ea typeface="Noto Sans CJK SC Thin" panose="020B0200000000000000" pitchFamily="34" charset="-122"/>
                        </a:rPr>
                        <a:t>16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Thin" panose="020B0200000000000000" pitchFamily="34" charset="-122"/>
                        <a:ea typeface="Noto Sans CJK SC Thin" panose="020B02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51658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c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b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a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#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?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9013800"/>
                  </a:ext>
                </a:extLst>
              </a:tr>
            </a:tbl>
          </a:graphicData>
        </a:graphic>
      </p:graphicFrame>
      <p:sp>
        <p:nvSpPr>
          <p:cNvPr id="60" name="文本框 59">
            <a:extLst>
              <a:ext uri="{FF2B5EF4-FFF2-40B4-BE49-F238E27FC236}">
                <a16:creationId xmlns:a16="http://schemas.microsoft.com/office/drawing/2014/main" id="{D3C5F6E0-8DE6-4812-9083-19945BE79D48}"/>
              </a:ext>
            </a:extLst>
          </p:cNvPr>
          <p:cNvSpPr txBox="1"/>
          <p:nvPr/>
        </p:nvSpPr>
        <p:spPr>
          <a:xfrm>
            <a:off x="5753792" y="4330704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185917EB-3F61-4F2F-8594-5E6567DCA890}"/>
              </a:ext>
            </a:extLst>
          </p:cNvPr>
          <p:cNvSpPr txBox="1"/>
          <p:nvPr/>
        </p:nvSpPr>
        <p:spPr>
          <a:xfrm>
            <a:off x="5245517" y="4330704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k</a:t>
            </a:r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C80929D9-5DFF-4B9F-9C42-ED8A9785E41F}"/>
              </a:ext>
            </a:extLst>
          </p:cNvPr>
          <p:cNvSpPr txBox="1"/>
          <p:nvPr/>
        </p:nvSpPr>
        <p:spPr>
          <a:xfrm>
            <a:off x="4259518" y="4330704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</a:t>
            </a:r>
            <a:endParaRPr lang="zh-CN" altLang="en-US" dirty="0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74ED0939-095C-4641-BD8F-2F4A95CFCF8F}"/>
              </a:ext>
            </a:extLst>
          </p:cNvPr>
          <p:cNvCxnSpPr>
            <a:cxnSpLocks/>
          </p:cNvCxnSpPr>
          <p:nvPr/>
        </p:nvCxnSpPr>
        <p:spPr>
          <a:xfrm>
            <a:off x="2987040" y="4685921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F8DC2968-0D37-496C-8E75-2B61B891B7F7}"/>
              </a:ext>
            </a:extLst>
          </p:cNvPr>
          <p:cNvSpPr txBox="1"/>
          <p:nvPr/>
        </p:nvSpPr>
        <p:spPr>
          <a:xfrm>
            <a:off x="2800445" y="4330704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B</a:t>
            </a:r>
            <a:r>
              <a:rPr lang="zh-CN" altLang="en-US" dirty="0"/>
              <a:t>‘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6193F7C6-4591-46A5-9B1E-1062980E08CF}"/>
              </a:ext>
            </a:extLst>
          </p:cNvPr>
          <p:cNvSpPr txBox="1"/>
          <p:nvPr/>
        </p:nvSpPr>
        <p:spPr>
          <a:xfrm>
            <a:off x="3270303" y="4330704"/>
            <a:ext cx="390697" cy="378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k</a:t>
            </a:r>
            <a:r>
              <a:rPr lang="zh-CN" altLang="en-US" dirty="0"/>
              <a:t>‘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FC64986E-6669-4B2D-9EAC-0D2C23EEFCB8}"/>
              </a:ext>
            </a:extLst>
          </p:cNvPr>
          <p:cNvSpPr txBox="1"/>
          <p:nvPr/>
        </p:nvSpPr>
        <p:spPr>
          <a:xfrm>
            <a:off x="918114" y="5431742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Case 3</a:t>
            </a:r>
            <a:r>
              <a:rPr lang="zh-CN" altLang="en-US" dirty="0"/>
              <a:t>：</a:t>
            </a:r>
          </a:p>
        </p:txBody>
      </p: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7B5E33A9-663F-42A2-9C72-479D7E2E81EA}"/>
              </a:ext>
            </a:extLst>
          </p:cNvPr>
          <p:cNvCxnSpPr>
            <a:cxnSpLocks/>
          </p:cNvCxnSpPr>
          <p:nvPr/>
        </p:nvCxnSpPr>
        <p:spPr>
          <a:xfrm>
            <a:off x="3453684" y="4685921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8AB8125F-21E0-4C90-B7C9-E6D705EEE6B8}"/>
              </a:ext>
            </a:extLst>
          </p:cNvPr>
          <p:cNvCxnSpPr>
            <a:cxnSpLocks/>
          </p:cNvCxnSpPr>
          <p:nvPr/>
        </p:nvCxnSpPr>
        <p:spPr>
          <a:xfrm>
            <a:off x="4442899" y="4685921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F6DEFCC8-754E-4CFE-8040-2FF3116AAD21}"/>
              </a:ext>
            </a:extLst>
          </p:cNvPr>
          <p:cNvCxnSpPr>
            <a:cxnSpLocks/>
          </p:cNvCxnSpPr>
          <p:nvPr/>
        </p:nvCxnSpPr>
        <p:spPr>
          <a:xfrm>
            <a:off x="5428898" y="4685921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CAEBC4BD-01A5-4C8C-AF94-968DA9A7350A}"/>
              </a:ext>
            </a:extLst>
          </p:cNvPr>
          <p:cNvCxnSpPr>
            <a:cxnSpLocks/>
          </p:cNvCxnSpPr>
          <p:nvPr/>
        </p:nvCxnSpPr>
        <p:spPr>
          <a:xfrm>
            <a:off x="5937173" y="4685921"/>
            <a:ext cx="0" cy="2576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939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F2F67D8-2552-4301-BC36-900984A1B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007564"/>
              </p:ext>
            </p:extLst>
          </p:nvPr>
        </p:nvGraphicFramePr>
        <p:xfrm>
          <a:off x="2643907" y="1323264"/>
          <a:ext cx="2467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h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98AA7C6-FCB9-4B42-8B22-B86F2C91D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466239"/>
              </p:ext>
            </p:extLst>
          </p:nvPr>
        </p:nvGraphicFramePr>
        <p:xfrm>
          <a:off x="5905267" y="1323264"/>
          <a:ext cx="14803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8353E7F-D9D2-46AA-A83B-08ABD1AE53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3251313"/>
              </p:ext>
            </p:extLst>
          </p:nvPr>
        </p:nvGraphicFramePr>
        <p:xfrm>
          <a:off x="2643907" y="2661613"/>
          <a:ext cx="2467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h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550C26E3-5FB8-42C0-8A88-72706F633D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322229"/>
              </p:ext>
            </p:extLst>
          </p:nvPr>
        </p:nvGraphicFramePr>
        <p:xfrm>
          <a:off x="8704199" y="2661613"/>
          <a:ext cx="1973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t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688E5198-67BD-48B3-9ECE-6BFA37AAF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4449682"/>
              </p:ext>
            </p:extLst>
          </p:nvPr>
        </p:nvGraphicFramePr>
        <p:xfrm>
          <a:off x="2643907" y="4006582"/>
          <a:ext cx="246721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h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21B8FA2A-2DCF-4EB8-B0C0-E618210660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5443706"/>
              </p:ext>
            </p:extLst>
          </p:nvPr>
        </p:nvGraphicFramePr>
        <p:xfrm>
          <a:off x="8704199" y="4006582"/>
          <a:ext cx="1973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t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2AD43E1-701D-42C7-85DB-951AB281A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733228"/>
              </p:ext>
            </p:extLst>
          </p:nvPr>
        </p:nvGraphicFramePr>
        <p:xfrm>
          <a:off x="8704199" y="1321571"/>
          <a:ext cx="1973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t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EC70ED6-CCAB-4D49-92F1-D02C4B89D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262022"/>
              </p:ext>
            </p:extLst>
          </p:nvPr>
        </p:nvGraphicFramePr>
        <p:xfrm>
          <a:off x="5920774" y="2661613"/>
          <a:ext cx="1973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h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53F8A064-2E6F-4E9F-8D87-8A2253D13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9620720"/>
              </p:ext>
            </p:extLst>
          </p:nvPr>
        </p:nvGraphicFramePr>
        <p:xfrm>
          <a:off x="5905267" y="4006582"/>
          <a:ext cx="197376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4B31D09-33B9-4484-94A9-CCD8D2136FC8}"/>
              </a:ext>
            </a:extLst>
          </p:cNvPr>
          <p:cNvSpPr txBox="1"/>
          <p:nvPr/>
        </p:nvSpPr>
        <p:spPr>
          <a:xfrm>
            <a:off x="1225687" y="1323079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Insert</a:t>
            </a:r>
            <a:r>
              <a:rPr lang="zh-CN" altLang="en-US" dirty="0"/>
              <a:t>：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949DB26-8CDE-4AA3-980F-86E2E8F5672C}"/>
              </a:ext>
            </a:extLst>
          </p:cNvPr>
          <p:cNvSpPr txBox="1"/>
          <p:nvPr/>
        </p:nvSpPr>
        <p:spPr>
          <a:xfrm>
            <a:off x="1225687" y="2663121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Delete</a:t>
            </a:r>
            <a:r>
              <a:rPr lang="zh-CN" altLang="en-US" dirty="0"/>
              <a:t>：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80094B-C61E-4C92-8980-1F7201673022}"/>
              </a:ext>
            </a:extLst>
          </p:cNvPr>
          <p:cNvSpPr txBox="1"/>
          <p:nvPr/>
        </p:nvSpPr>
        <p:spPr>
          <a:xfrm>
            <a:off x="1225687" y="4003163"/>
            <a:ext cx="1002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Replace</a:t>
            </a:r>
            <a:r>
              <a:rPr lang="zh-CN" altLang="en-US" dirty="0"/>
              <a:t>：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80038F7-AE9D-478E-A03C-3FE59A7432D7}"/>
              </a:ext>
            </a:extLst>
          </p:cNvPr>
          <p:cNvCxnSpPr/>
          <p:nvPr/>
        </p:nvCxnSpPr>
        <p:spPr>
          <a:xfrm>
            <a:off x="5303520" y="1521229"/>
            <a:ext cx="440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8F66069-97DE-41FE-8948-D6D18A8F463A}"/>
              </a:ext>
            </a:extLst>
          </p:cNvPr>
          <p:cNvSpPr txBox="1"/>
          <p:nvPr/>
        </p:nvSpPr>
        <p:spPr>
          <a:xfrm>
            <a:off x="5060152" y="849499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d(i,j-1)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BC1EEFB9-E7ED-46D5-A6AA-2E6B3F0DEA43}"/>
              </a:ext>
            </a:extLst>
          </p:cNvPr>
          <p:cNvCxnSpPr/>
          <p:nvPr/>
        </p:nvCxnSpPr>
        <p:spPr>
          <a:xfrm>
            <a:off x="7879035" y="1521229"/>
            <a:ext cx="440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B1E400AA-E0D9-4FB0-9ED3-1CB12E2FA53A}"/>
              </a:ext>
            </a:extLst>
          </p:cNvPr>
          <p:cNvSpPr txBox="1"/>
          <p:nvPr/>
        </p:nvSpPr>
        <p:spPr>
          <a:xfrm>
            <a:off x="7635667" y="849499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F7D466D8-8636-4F7D-80BA-E0B032A93BA5}"/>
              </a:ext>
            </a:extLst>
          </p:cNvPr>
          <p:cNvCxnSpPr/>
          <p:nvPr/>
        </p:nvCxnSpPr>
        <p:spPr>
          <a:xfrm>
            <a:off x="5319027" y="2816075"/>
            <a:ext cx="440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AAA80F3D-2C3B-4867-9615-60CDD3293494}"/>
              </a:ext>
            </a:extLst>
          </p:cNvPr>
          <p:cNvSpPr txBox="1"/>
          <p:nvPr/>
        </p:nvSpPr>
        <p:spPr>
          <a:xfrm>
            <a:off x="5075659" y="2144345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00CF42A-B360-48E4-9F3A-98BCA4908849}"/>
              </a:ext>
            </a:extLst>
          </p:cNvPr>
          <p:cNvCxnSpPr/>
          <p:nvPr/>
        </p:nvCxnSpPr>
        <p:spPr>
          <a:xfrm>
            <a:off x="8059367" y="2816075"/>
            <a:ext cx="440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55B69522-8134-4441-8554-49D211D91D70}"/>
              </a:ext>
            </a:extLst>
          </p:cNvPr>
          <p:cNvSpPr txBox="1"/>
          <p:nvPr/>
        </p:nvSpPr>
        <p:spPr>
          <a:xfrm>
            <a:off x="7817023" y="2144345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d(i-1,j)</a:t>
            </a:r>
            <a:endParaRPr lang="zh-CN" altLang="en-US" dirty="0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0271716-6911-4F6D-BF8D-D6601CB7808F}"/>
              </a:ext>
            </a:extLst>
          </p:cNvPr>
          <p:cNvCxnSpPr/>
          <p:nvPr/>
        </p:nvCxnSpPr>
        <p:spPr>
          <a:xfrm>
            <a:off x="5303520" y="4163616"/>
            <a:ext cx="440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C6A0418-F09C-4DAE-B9A2-DF5CEC538D2E}"/>
              </a:ext>
            </a:extLst>
          </p:cNvPr>
          <p:cNvSpPr txBox="1"/>
          <p:nvPr/>
        </p:nvSpPr>
        <p:spPr>
          <a:xfrm>
            <a:off x="4951614" y="3491886"/>
            <a:ext cx="1144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d(i-1,j-1)</a:t>
            </a:r>
            <a:endParaRPr lang="zh-CN" altLang="en-US" dirty="0"/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926C996-006C-4CDF-8E48-E2A2A045C6D5}"/>
              </a:ext>
            </a:extLst>
          </p:cNvPr>
          <p:cNvCxnSpPr/>
          <p:nvPr/>
        </p:nvCxnSpPr>
        <p:spPr>
          <a:xfrm>
            <a:off x="8099322" y="4168449"/>
            <a:ext cx="440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2A607521-FB70-4366-943C-7585FDD62B8D}"/>
              </a:ext>
            </a:extLst>
          </p:cNvPr>
          <p:cNvSpPr txBox="1"/>
          <p:nvPr/>
        </p:nvSpPr>
        <p:spPr>
          <a:xfrm>
            <a:off x="7855954" y="3496719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5993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6B00D1E-6578-4DE9-9E06-23901CB214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054441"/>
              </p:ext>
            </p:extLst>
          </p:nvPr>
        </p:nvGraphicFramePr>
        <p:xfrm>
          <a:off x="1404852" y="924253"/>
          <a:ext cx="3458091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13">
                  <a:extLst>
                    <a:ext uri="{9D8B030D-6E8A-4147-A177-3AD203B41FA5}">
                      <a16:colId xmlns:a16="http://schemas.microsoft.com/office/drawing/2014/main" val="1999820863"/>
                    </a:ext>
                  </a:extLst>
                </a:gridCol>
                <a:gridCol w="494013">
                  <a:extLst>
                    <a:ext uri="{9D8B030D-6E8A-4147-A177-3AD203B41FA5}">
                      <a16:colId xmlns:a16="http://schemas.microsoft.com/office/drawing/2014/main" val="2527015427"/>
                    </a:ext>
                  </a:extLst>
                </a:gridCol>
                <a:gridCol w="494013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4013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4013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4013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4013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h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0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5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9117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01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1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82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2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769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t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4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3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64424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5C6A4AE-46C8-4BDD-B15E-2E7FB2783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114151"/>
              </p:ext>
            </p:extLst>
          </p:nvPr>
        </p:nvGraphicFramePr>
        <p:xfrm>
          <a:off x="5702991" y="1295093"/>
          <a:ext cx="246721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1776970664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15662945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7419232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270505710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3791515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h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4468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28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9541368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50DCB33-C37B-401F-879F-865124A95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89234"/>
              </p:ext>
            </p:extLst>
          </p:nvPr>
        </p:nvGraphicFramePr>
        <p:xfrm>
          <a:off x="8951422" y="2059326"/>
          <a:ext cx="1973768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442">
                  <a:extLst>
                    <a:ext uri="{9D8B030D-6E8A-4147-A177-3AD203B41FA5}">
                      <a16:colId xmlns:a16="http://schemas.microsoft.com/office/drawing/2014/main" val="390023045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213664408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818022567"/>
                    </a:ext>
                  </a:extLst>
                </a:gridCol>
                <a:gridCol w="493442">
                  <a:extLst>
                    <a:ext uri="{9D8B030D-6E8A-4147-A177-3AD203B41FA5}">
                      <a16:colId xmlns:a16="http://schemas.microsoft.com/office/drawing/2014/main" val="1792656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4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e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74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r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o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s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ysClr val="windowText" lastClr="000000"/>
                          </a:solidFill>
                          <a:latin typeface="Noto Sans CJK SC Regular" panose="020B0500000000000000" pitchFamily="34" charset="-122"/>
                          <a:ea typeface="Noto Sans CJK SC Regular" panose="020B0500000000000000" pitchFamily="34" charset="-122"/>
                        </a:rPr>
                        <a:t>t</a:t>
                      </a:r>
                      <a:endParaRPr lang="zh-CN" altLang="en-US" sz="1600" b="0" dirty="0">
                        <a:solidFill>
                          <a:sysClr val="windowText" lastClr="000000"/>
                        </a:solidFill>
                        <a:latin typeface="Noto Sans CJK SC Regular" panose="020B0500000000000000" pitchFamily="34" charset="-122"/>
                        <a:ea typeface="Noto Sans CJK SC Regular" panose="020B0500000000000000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917805"/>
                  </a:ext>
                </a:extLst>
              </a:tr>
            </a:tbl>
          </a:graphicData>
        </a:graphic>
      </p:graphicFrame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822E5CC-8042-4837-B59B-B765BD82C7CE}"/>
              </a:ext>
            </a:extLst>
          </p:cNvPr>
          <p:cNvCxnSpPr/>
          <p:nvPr/>
        </p:nvCxnSpPr>
        <p:spPr>
          <a:xfrm>
            <a:off x="8344548" y="2227811"/>
            <a:ext cx="4405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F08747A7-9EC0-41E0-90A5-8028EF84B565}"/>
              </a:ext>
            </a:extLst>
          </p:cNvPr>
          <p:cNvSpPr/>
          <p:nvPr/>
        </p:nvSpPr>
        <p:spPr>
          <a:xfrm>
            <a:off x="2036618" y="3429000"/>
            <a:ext cx="153785" cy="1537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5227B41-19EB-4E4C-8535-9727FF5BA05F}"/>
              </a:ext>
            </a:extLst>
          </p:cNvPr>
          <p:cNvSpPr txBox="1"/>
          <p:nvPr/>
        </p:nvSpPr>
        <p:spPr>
          <a:xfrm>
            <a:off x="2314654" y="3321226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Insert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4618E35-4ED2-4373-A06A-BC7663DCE88A}"/>
              </a:ext>
            </a:extLst>
          </p:cNvPr>
          <p:cNvSpPr/>
          <p:nvPr/>
        </p:nvSpPr>
        <p:spPr>
          <a:xfrm>
            <a:off x="3640972" y="3427597"/>
            <a:ext cx="153785" cy="1537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105BEB-7F77-4451-8E87-D6CB52B9E473}"/>
              </a:ext>
            </a:extLst>
          </p:cNvPr>
          <p:cNvSpPr txBox="1"/>
          <p:nvPr/>
        </p:nvSpPr>
        <p:spPr>
          <a:xfrm>
            <a:off x="3919008" y="3319823"/>
            <a:ext cx="927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Delete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3EE2C3F-5321-48F1-80E6-AB610117D7BA}"/>
              </a:ext>
            </a:extLst>
          </p:cNvPr>
          <p:cNvSpPr/>
          <p:nvPr/>
        </p:nvSpPr>
        <p:spPr>
          <a:xfrm>
            <a:off x="5245326" y="3427597"/>
            <a:ext cx="153785" cy="15378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12284A-85DE-453D-A9F5-A73A0C1468E6}"/>
              </a:ext>
            </a:extLst>
          </p:cNvPr>
          <p:cNvSpPr txBox="1"/>
          <p:nvPr/>
        </p:nvSpPr>
        <p:spPr>
          <a:xfrm>
            <a:off x="5440230" y="3319823"/>
            <a:ext cx="1093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Replace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2348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380</Words>
  <Application>Microsoft Office PowerPoint</Application>
  <PresentationFormat>宽屏</PresentationFormat>
  <Paragraphs>350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Noto Sans CJK SC Regular</vt:lpstr>
      <vt:lpstr>Noto Sans CJK SC Thin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飒明</dc:creator>
  <cp:lastModifiedBy>林 飒明</cp:lastModifiedBy>
  <cp:revision>10</cp:revision>
  <dcterms:created xsi:type="dcterms:W3CDTF">2019-09-25T07:16:50Z</dcterms:created>
  <dcterms:modified xsi:type="dcterms:W3CDTF">2019-09-28T08:56:21Z</dcterms:modified>
</cp:coreProperties>
</file>